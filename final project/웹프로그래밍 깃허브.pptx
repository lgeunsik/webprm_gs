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70" r:id="rId10"/>
    <p:sldId id="274" r:id="rId11"/>
    <p:sldId id="273" r:id="rId12"/>
    <p:sldId id="275" r:id="rId13"/>
    <p:sldId id="278" r:id="rId14"/>
    <p:sldId id="277" r:id="rId15"/>
    <p:sldId id="283" r:id="rId16"/>
    <p:sldId id="272" r:id="rId17"/>
    <p:sldId id="279" r:id="rId18"/>
    <p:sldId id="280" r:id="rId19"/>
    <p:sldId id="284" r:id="rId20"/>
    <p:sldId id="281" r:id="rId21"/>
    <p:sldId id="282" r:id="rId22"/>
    <p:sldId id="26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EF8B9D-2847-498E-B957-AA95D0BD4A38}" v="4" dt="2024-12-09T06:10:44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0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근석" userId="bd5b6a21-af60-4b0b-bac1-7d4a91cc5964" providerId="ADAL" clId="{A2EF8B9D-2847-498E-B957-AA95D0BD4A38}"/>
    <pc:docChg chg="modSld sldOrd">
      <pc:chgData name="이근석" userId="bd5b6a21-af60-4b0b-bac1-7d4a91cc5964" providerId="ADAL" clId="{A2EF8B9D-2847-498E-B957-AA95D0BD4A38}" dt="2024-12-09T06:13:33.010" v="76" actId="1076"/>
      <pc:docMkLst>
        <pc:docMk/>
      </pc:docMkLst>
      <pc:sldChg chg="modSp mod">
        <pc:chgData name="이근석" userId="bd5b6a21-af60-4b0b-bac1-7d4a91cc5964" providerId="ADAL" clId="{A2EF8B9D-2847-498E-B957-AA95D0BD4A38}" dt="2024-12-09T06:10:08.750" v="57" actId="14100"/>
        <pc:sldMkLst>
          <pc:docMk/>
          <pc:sldMk cId="1263450370" sldId="257"/>
        </pc:sldMkLst>
        <pc:spChg chg="mod">
          <ac:chgData name="이근석" userId="bd5b6a21-af60-4b0b-bac1-7d4a91cc5964" providerId="ADAL" clId="{A2EF8B9D-2847-498E-B957-AA95D0BD4A38}" dt="2024-12-09T06:10:03.937" v="54"/>
          <ac:spMkLst>
            <pc:docMk/>
            <pc:sldMk cId="1263450370" sldId="257"/>
            <ac:spMk id="2" creationId="{8836D496-6BD3-C57C-F851-64F6C5D0EDB4}"/>
          </ac:spMkLst>
        </pc:spChg>
        <pc:picChg chg="mod">
          <ac:chgData name="이근석" userId="bd5b6a21-af60-4b0b-bac1-7d4a91cc5964" providerId="ADAL" clId="{A2EF8B9D-2847-498E-B957-AA95D0BD4A38}" dt="2024-12-09T06:10:08.750" v="57" actId="14100"/>
          <ac:picMkLst>
            <pc:docMk/>
            <pc:sldMk cId="1263450370" sldId="257"/>
            <ac:picMk id="5" creationId="{EDD27349-1748-0353-50BC-1B845748CBEA}"/>
          </ac:picMkLst>
        </pc:picChg>
      </pc:sldChg>
      <pc:sldChg chg="modSp mod">
        <pc:chgData name="이근석" userId="bd5b6a21-af60-4b0b-bac1-7d4a91cc5964" providerId="ADAL" clId="{A2EF8B9D-2847-498E-B957-AA95D0BD4A38}" dt="2024-12-09T06:13:26.155" v="74" actId="1076"/>
        <pc:sldMkLst>
          <pc:docMk/>
          <pc:sldMk cId="3130969690" sldId="258"/>
        </pc:sldMkLst>
        <pc:spChg chg="mod">
          <ac:chgData name="이근석" userId="bd5b6a21-af60-4b0b-bac1-7d4a91cc5964" providerId="ADAL" clId="{A2EF8B9D-2847-498E-B957-AA95D0BD4A38}" dt="2024-12-09T06:09:55.482" v="41" actId="20577"/>
          <ac:spMkLst>
            <pc:docMk/>
            <pc:sldMk cId="3130969690" sldId="258"/>
            <ac:spMk id="6" creationId="{F60C9C9F-7A24-12D5-5D26-844F94C8AEAF}"/>
          </ac:spMkLst>
        </pc:spChg>
        <pc:picChg chg="mod">
          <ac:chgData name="이근석" userId="bd5b6a21-af60-4b0b-bac1-7d4a91cc5964" providerId="ADAL" clId="{A2EF8B9D-2847-498E-B957-AA95D0BD4A38}" dt="2024-12-09T06:13:26.155" v="74" actId="1076"/>
          <ac:picMkLst>
            <pc:docMk/>
            <pc:sldMk cId="3130969690" sldId="258"/>
            <ac:picMk id="5" creationId="{6A40D2C8-366B-7928-A0B7-E1F29262B473}"/>
          </ac:picMkLst>
        </pc:picChg>
        <pc:picChg chg="mod">
          <ac:chgData name="이근석" userId="bd5b6a21-af60-4b0b-bac1-7d4a91cc5964" providerId="ADAL" clId="{A2EF8B9D-2847-498E-B957-AA95D0BD4A38}" dt="2024-12-09T06:06:13.979" v="4" actId="1076"/>
          <ac:picMkLst>
            <pc:docMk/>
            <pc:sldMk cId="3130969690" sldId="258"/>
            <ac:picMk id="8" creationId="{BCE63CFF-15F6-A16D-4CE3-0FC8D3D0C48D}"/>
          </ac:picMkLst>
        </pc:picChg>
      </pc:sldChg>
      <pc:sldChg chg="modSp mod">
        <pc:chgData name="이근석" userId="bd5b6a21-af60-4b0b-bac1-7d4a91cc5964" providerId="ADAL" clId="{A2EF8B9D-2847-498E-B957-AA95D0BD4A38}" dt="2024-12-09T06:09:36.604" v="9" actId="1076"/>
        <pc:sldMkLst>
          <pc:docMk/>
          <pc:sldMk cId="1371911212" sldId="259"/>
        </pc:sldMkLst>
        <pc:spChg chg="mod">
          <ac:chgData name="이근석" userId="bd5b6a21-af60-4b0b-bac1-7d4a91cc5964" providerId="ADAL" clId="{A2EF8B9D-2847-498E-B957-AA95D0BD4A38}" dt="2024-12-09T06:09:33.492" v="7" actId="1076"/>
          <ac:spMkLst>
            <pc:docMk/>
            <pc:sldMk cId="1371911212" sldId="259"/>
            <ac:spMk id="2" creationId="{71EE433B-C47B-B4EA-0625-0D2C8F4EFE41}"/>
          </ac:spMkLst>
        </pc:spChg>
        <pc:picChg chg="mod">
          <ac:chgData name="이근석" userId="bd5b6a21-af60-4b0b-bac1-7d4a91cc5964" providerId="ADAL" clId="{A2EF8B9D-2847-498E-B957-AA95D0BD4A38}" dt="2024-12-09T06:09:35.422" v="8" actId="1076"/>
          <ac:picMkLst>
            <pc:docMk/>
            <pc:sldMk cId="1371911212" sldId="259"/>
            <ac:picMk id="5" creationId="{4F91A094-3E05-D22C-2E8F-F526BCBA4E61}"/>
          </ac:picMkLst>
        </pc:picChg>
        <pc:picChg chg="mod">
          <ac:chgData name="이근석" userId="bd5b6a21-af60-4b0b-bac1-7d4a91cc5964" providerId="ADAL" clId="{A2EF8B9D-2847-498E-B957-AA95D0BD4A38}" dt="2024-12-09T06:09:36.604" v="9" actId="1076"/>
          <ac:picMkLst>
            <pc:docMk/>
            <pc:sldMk cId="1371911212" sldId="259"/>
            <ac:picMk id="7" creationId="{FD27225E-A32A-94EC-0C5C-DC5ABB77C60A}"/>
          </ac:picMkLst>
        </pc:picChg>
      </pc:sldChg>
      <pc:sldChg chg="modSp mod">
        <pc:chgData name="이근석" userId="bd5b6a21-af60-4b0b-bac1-7d4a91cc5964" providerId="ADAL" clId="{A2EF8B9D-2847-498E-B957-AA95D0BD4A38}" dt="2024-12-09T06:13:30.818" v="75" actId="1076"/>
        <pc:sldMkLst>
          <pc:docMk/>
          <pc:sldMk cId="284178184" sldId="260"/>
        </pc:sldMkLst>
        <pc:spChg chg="mod">
          <ac:chgData name="이근석" userId="bd5b6a21-af60-4b0b-bac1-7d4a91cc5964" providerId="ADAL" clId="{A2EF8B9D-2847-498E-B957-AA95D0BD4A38}" dt="2024-12-09T06:10:19.981" v="60" actId="1076"/>
          <ac:spMkLst>
            <pc:docMk/>
            <pc:sldMk cId="284178184" sldId="260"/>
            <ac:spMk id="2" creationId="{A4EED90B-0BE6-7C8E-6C08-EEC40FAAF3D1}"/>
          </ac:spMkLst>
        </pc:spChg>
        <pc:picChg chg="mod">
          <ac:chgData name="이근석" userId="bd5b6a21-af60-4b0b-bac1-7d4a91cc5964" providerId="ADAL" clId="{A2EF8B9D-2847-498E-B957-AA95D0BD4A38}" dt="2024-12-09T06:13:30.818" v="75" actId="1076"/>
          <ac:picMkLst>
            <pc:docMk/>
            <pc:sldMk cId="284178184" sldId="260"/>
            <ac:picMk id="9" creationId="{8693B4D4-7A8D-6358-62F6-DDDCD59D6469}"/>
          </ac:picMkLst>
        </pc:picChg>
        <pc:picChg chg="mod">
          <ac:chgData name="이근석" userId="bd5b6a21-af60-4b0b-bac1-7d4a91cc5964" providerId="ADAL" clId="{A2EF8B9D-2847-498E-B957-AA95D0BD4A38}" dt="2024-12-09T06:10:24.117" v="62" actId="14100"/>
          <ac:picMkLst>
            <pc:docMk/>
            <pc:sldMk cId="284178184" sldId="260"/>
            <ac:picMk id="13" creationId="{317BA044-0023-7E4E-B86A-0767752D8C5E}"/>
          </ac:picMkLst>
        </pc:picChg>
      </pc:sldChg>
      <pc:sldChg chg="modSp mod">
        <pc:chgData name="이근석" userId="bd5b6a21-af60-4b0b-bac1-7d4a91cc5964" providerId="ADAL" clId="{A2EF8B9D-2847-498E-B957-AA95D0BD4A38}" dt="2024-12-09T06:13:33.010" v="76" actId="1076"/>
        <pc:sldMkLst>
          <pc:docMk/>
          <pc:sldMk cId="3261292223" sldId="270"/>
        </pc:sldMkLst>
        <pc:spChg chg="mod">
          <ac:chgData name="이근석" userId="bd5b6a21-af60-4b0b-bac1-7d4a91cc5964" providerId="ADAL" clId="{A2EF8B9D-2847-498E-B957-AA95D0BD4A38}" dt="2024-12-09T06:10:44.578" v="73"/>
          <ac:spMkLst>
            <pc:docMk/>
            <pc:sldMk cId="3261292223" sldId="270"/>
            <ac:spMk id="3" creationId="{BDD6431C-9BAC-1AF0-6B4C-0A6215191832}"/>
          </ac:spMkLst>
        </pc:spChg>
        <pc:picChg chg="mod">
          <ac:chgData name="이근석" userId="bd5b6a21-af60-4b0b-bac1-7d4a91cc5964" providerId="ADAL" clId="{A2EF8B9D-2847-498E-B957-AA95D0BD4A38}" dt="2024-12-09T06:13:33.010" v="76" actId="1076"/>
          <ac:picMkLst>
            <pc:docMk/>
            <pc:sldMk cId="3261292223" sldId="270"/>
            <ac:picMk id="4" creationId="{94FA5190-D456-6EAE-4B30-DA4A726AA144}"/>
          </ac:picMkLst>
        </pc:picChg>
      </pc:sldChg>
      <pc:sldChg chg="ord">
        <pc:chgData name="이근석" userId="bd5b6a21-af60-4b0b-bac1-7d4a91cc5964" providerId="ADAL" clId="{A2EF8B9D-2847-498E-B957-AA95D0BD4A38}" dt="2024-12-09T06:04:23.914" v="1"/>
        <pc:sldMkLst>
          <pc:docMk/>
          <pc:sldMk cId="3254095272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76AC98-17D7-9EB9-14A0-7D8A9618C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C34C88-2328-436D-EAF5-C2C42B36C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CFDD0A-ED40-903A-CCA4-D46AA0835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7303-085A-4B42-9B50-1FCA5A0BAB7A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7E4E40-5017-007B-E114-B3BF2917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B46CBB-B08D-48F1-C817-2C8BE7D7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BCC0-D675-4F7E-9B47-907C4A0E9D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86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ED9D7-7C15-5D2B-C22E-E3D3D909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B30669-38D6-600F-4968-1D4AE7F6C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E776F1-88A8-DA97-2D04-057677310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7303-085A-4B42-9B50-1FCA5A0BAB7A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774CAE-5D58-439A-47D5-BF6D2B88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9EACB7-ED0F-0C6D-A793-2C6B1248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BCC0-D675-4F7E-9B47-907C4A0E9D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793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566359-685B-6B95-C485-4F08B8AFD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B27632-75C0-D7ED-D24F-C7FF45C2F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11FDC-83CB-31CF-3A5F-2401DB491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7303-085A-4B42-9B50-1FCA5A0BAB7A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3CF9B-2559-F49A-790A-454507E4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4BFD02-DB9F-CFCC-34BC-DF00CDFBC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BCC0-D675-4F7E-9B47-907C4A0E9D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57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10E015-0B20-CEA4-687E-1A50E34D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F04CA-0EA7-2547-B981-2AAEC0C23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BAB8E0-311F-FEC5-FE4B-911194702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B6E57D-7E12-6427-2447-A809C4261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7303-085A-4B42-9B50-1FCA5A0BAB7A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B4E69F-F41F-21DE-3D58-F8C0B0E2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F97BED-7B85-E489-0550-BAA3CDC0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BCC0-D675-4F7E-9B47-907C4A0E9D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65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52F7D5-FFCB-FE03-D467-AE6E9BFD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68749B-645F-D295-FA61-13F86FAF7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9E7340-9264-9380-A072-45AA5D159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F94D00-EFDF-B3FC-763E-14DC82599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A5A794-CA0B-6B41-F206-8A7261970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916C5-CECD-A145-EDB8-16F54A817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7303-085A-4B42-9B50-1FCA5A0BAB7A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AEF8CD-D86D-9A9B-DFEB-EBBC7EE4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A5DB83-2B07-DAC3-2054-050AF9DD8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BCC0-D675-4F7E-9B47-907C4A0E9D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50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D2EE1-DC7B-4985-0EB5-A792C838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89D549-AE6E-50F1-7162-7EA923DBC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7303-085A-4B42-9B50-1FCA5A0BAB7A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254242-F8AA-47B2-00D1-15DF41650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7F9668-1150-ED03-C3A8-ADB146E7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BCC0-D675-4F7E-9B47-907C4A0E9D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30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E4959C-BF48-CD37-8CC7-C99B30C82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7303-085A-4B42-9B50-1FCA5A0BAB7A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0FBC1A-8E1C-0EC4-20E0-427EEC66F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FFCAAA-AA67-D17A-B870-DEFB19498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BCC0-D675-4F7E-9B47-907C4A0E9D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531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F8A73-103E-0FAB-12E4-CF17DAA1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D34D6A-6D2A-A66C-F670-4217E967A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A73B96-79D7-7C7A-970F-AF2E08985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54CE49-C2F4-123D-D458-CB133091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7303-085A-4B42-9B50-1FCA5A0BAB7A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61C74C-93FC-171B-EC65-68E6510F8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E74169-9136-CE47-90C7-809FA4B9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BCC0-D675-4F7E-9B47-907C4A0E9D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358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3A7A9-DF77-928E-1326-3917B129D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DF3EEF-121C-A67E-FDDF-8A39CE232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1051CF-5EB7-E86D-14EA-17E0BC0AC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46596F-FDA7-DE90-36C4-6F2C29F1A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7303-085A-4B42-9B50-1FCA5A0BAB7A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2B2F38-C74F-45B1-B1E2-1E2C0210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AF89A1-407C-E6C3-A2F3-7047CB01F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BCC0-D675-4F7E-9B47-907C4A0E9D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83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9165F-62E1-C6D9-5B0E-5F7B712F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3CC2F8-EF6F-AB1E-AD92-8E469E0CB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FD3B5A-DDF9-5A7C-C740-458F0713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7303-085A-4B42-9B50-1FCA5A0BAB7A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1C45FD-BA0A-811B-0892-4270A7FA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1B99B1-68B8-2C19-C07E-3210E456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BCC0-D675-4F7E-9B47-907C4A0E9D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49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1B16A3-FCFC-533D-38A7-7F9CE8C39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98A885-3DCD-8B43-BF9C-896DAC5AF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2B822-8670-1C9A-8C36-1D7CC47B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7303-085A-4B42-9B50-1FCA5A0BAB7A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A83E00-F6B8-B61A-2CED-E10A697E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B3B09-70BF-C14B-BCE4-F062139F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BCC0-D675-4F7E-9B47-907C4A0E9D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466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F7F9EF-8291-41F2-8E98-437D133B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C57690-9989-F025-936D-DAD1C2EC9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82FF7F-7AB5-E5E1-3764-ECA577F2B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297303-085A-4B42-9B50-1FCA5A0BAB7A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80A929-4594-11E3-1BC5-3114F6FD4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7A0816-C278-0B9F-1663-A589FAD67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0BBCC0-D675-4F7E-9B47-907C4A0E9D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55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GeunSik/Webprm_g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12F14-4495-7355-FF49-58BFCECD2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웹프로그래밍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 err="1"/>
              <a:t>깃허브정리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8065C1-5794-FE4A-C93C-9171CB8FE7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https://github.com/LGeunSik/Webprm_gs</a:t>
            </a:r>
            <a:endParaRPr lang="en-US" altLang="ko-KR" dirty="0"/>
          </a:p>
          <a:p>
            <a:r>
              <a:rPr lang="ko-KR" altLang="en-US" dirty="0"/>
              <a:t>학번</a:t>
            </a:r>
            <a:r>
              <a:rPr lang="en-US" altLang="ko-KR" dirty="0"/>
              <a:t>:2021563047</a:t>
            </a:r>
          </a:p>
          <a:p>
            <a:r>
              <a:rPr lang="ko-KR" altLang="en-US" dirty="0"/>
              <a:t>이름</a:t>
            </a:r>
            <a:r>
              <a:rPr lang="en-US" altLang="ko-KR" dirty="0"/>
              <a:t>:</a:t>
            </a:r>
            <a:r>
              <a:rPr lang="ko-KR" altLang="en-US" dirty="0"/>
              <a:t>이근석</a:t>
            </a:r>
          </a:p>
        </p:txBody>
      </p:sp>
    </p:spTree>
    <p:extLst>
      <p:ext uri="{BB962C8B-B14F-4D97-AF65-F5344CB8AC3E}">
        <p14:creationId xmlns:p14="http://schemas.microsoft.com/office/powerpoint/2010/main" val="237632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6D496-6BD3-C57C-F851-64F6C5D0E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코드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DD27349-1748-0353-50BC-1B845748C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288" y="1825625"/>
            <a:ext cx="11726172" cy="4753454"/>
          </a:xfrm>
        </p:spPr>
      </p:pic>
    </p:spTree>
    <p:extLst>
      <p:ext uri="{BB962C8B-B14F-4D97-AF65-F5344CB8AC3E}">
        <p14:creationId xmlns:p14="http://schemas.microsoft.com/office/powerpoint/2010/main" val="126345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A40D2C8-366B-7928-A0B7-E1F29262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38" y="1962594"/>
            <a:ext cx="5691116" cy="31993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0C9C9F-7A24-12D5-5D26-844F94C8AEAF}"/>
              </a:ext>
            </a:extLst>
          </p:cNvPr>
          <p:cNvSpPr txBox="1"/>
          <p:nvPr/>
        </p:nvSpPr>
        <p:spPr>
          <a:xfrm>
            <a:off x="394154" y="329965"/>
            <a:ext cx="582759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9</a:t>
            </a:r>
            <a:r>
              <a:rPr lang="ko-KR" altLang="en-US" sz="2500" dirty="0"/>
              <a:t>월 </a:t>
            </a:r>
            <a:r>
              <a:rPr lang="en-US" altLang="ko-KR" sz="2500" dirty="0"/>
              <a:t>24</a:t>
            </a:r>
            <a:r>
              <a:rPr lang="ko-KR" altLang="en-US" sz="2500" dirty="0"/>
              <a:t>일</a:t>
            </a:r>
            <a:endParaRPr lang="en-US" altLang="ko-KR" sz="2500" dirty="0"/>
          </a:p>
          <a:p>
            <a:r>
              <a:rPr lang="en-US" altLang="ko-KR" sz="2500" dirty="0"/>
              <a:t>1</a:t>
            </a:r>
            <a:r>
              <a:rPr lang="ko-KR" altLang="en-US" sz="2500" dirty="0"/>
              <a:t>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CE63CFF-15F6-A16D-4CE3-0FC8D3D0C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254" y="218621"/>
            <a:ext cx="6378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69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E433B-C47B-B4EA-0625-0D2C8F4EF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73" y="400459"/>
            <a:ext cx="4584510" cy="1325563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9</a:t>
            </a:r>
            <a:r>
              <a:rPr lang="ko-KR" altLang="en-US" sz="2500" dirty="0"/>
              <a:t>월 </a:t>
            </a:r>
            <a:r>
              <a:rPr lang="en-US" altLang="ko-KR" sz="2500" dirty="0"/>
              <a:t>24</a:t>
            </a:r>
            <a:r>
              <a:rPr lang="ko-KR" altLang="en-US" sz="2500" dirty="0"/>
              <a:t>일</a:t>
            </a:r>
            <a:r>
              <a:rPr lang="en-US" altLang="ko-KR" sz="2500" dirty="0"/>
              <a:t> </a:t>
            </a:r>
            <a:r>
              <a:rPr lang="ko-KR" altLang="en-US" sz="2500" dirty="0"/>
              <a:t>예제</a:t>
            </a:r>
            <a:r>
              <a:rPr lang="en-US" altLang="ko-KR" sz="2500" dirty="0"/>
              <a:t> </a:t>
            </a:r>
            <a:r>
              <a:rPr lang="ko-KR" altLang="en-US" sz="2500" dirty="0"/>
              <a:t>문</a:t>
            </a:r>
            <a:br>
              <a:rPr lang="en-US" altLang="ko-KR" sz="2500" dirty="0"/>
            </a:br>
            <a:r>
              <a:rPr lang="en-US" altLang="ko-KR" sz="2500" dirty="0"/>
              <a:t>(2</a:t>
            </a:r>
            <a:r>
              <a:rPr lang="ko-KR" altLang="en-US" sz="2500" dirty="0"/>
              <a:t>장 </a:t>
            </a:r>
            <a:r>
              <a:rPr lang="ko-KR" altLang="en-US" sz="2500" dirty="0" err="1"/>
              <a:t>예제문</a:t>
            </a:r>
            <a:r>
              <a:rPr lang="en-US" altLang="ko-KR" sz="2500" dirty="0"/>
              <a:t>)</a:t>
            </a:r>
            <a:r>
              <a:rPr lang="ko-KR" altLang="en-US" sz="2500" dirty="0"/>
              <a:t> </a:t>
            </a:r>
            <a:br>
              <a:rPr lang="en-US" altLang="ko-KR" sz="2500" dirty="0"/>
            </a:br>
            <a:r>
              <a:rPr lang="en-US" altLang="ko-KR" sz="2500" dirty="0"/>
              <a:t>(1</a:t>
            </a:r>
            <a:r>
              <a:rPr lang="ko-KR" altLang="en-US" sz="2500" dirty="0"/>
              <a:t>주일 늦음 </a:t>
            </a:r>
            <a:r>
              <a:rPr lang="en-US" altLang="ko-KR" sz="2500" dirty="0"/>
              <a:t>-1</a:t>
            </a:r>
            <a:r>
              <a:rPr lang="ko-KR" altLang="en-US" sz="2500" dirty="0"/>
              <a:t>점</a:t>
            </a:r>
            <a:r>
              <a:rPr lang="en-US" altLang="ko-KR" sz="2500" dirty="0"/>
              <a:t>)</a:t>
            </a:r>
            <a:endParaRPr lang="ko-KR" altLang="en-US" sz="25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F91A094-3E05-D22C-2E8F-F526BCBA4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2661" y="42920"/>
            <a:ext cx="5189339" cy="4351338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D27225E-A32A-94EC-0C5C-DC5ABB77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7" y="4254453"/>
            <a:ext cx="12192000" cy="256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911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ED90B-0BE6-7C8E-6C08-EEC40FAAF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9049"/>
            <a:ext cx="4484427" cy="1571574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10</a:t>
            </a:r>
            <a:r>
              <a:rPr lang="ko-KR" altLang="en-US" sz="2500" dirty="0"/>
              <a:t>월</a:t>
            </a:r>
            <a:r>
              <a:rPr lang="en-US" altLang="ko-KR" sz="2500" dirty="0"/>
              <a:t>7</a:t>
            </a:r>
            <a:r>
              <a:rPr lang="ko-KR" altLang="en-US" sz="2500" dirty="0"/>
              <a:t>일 과제</a:t>
            </a:r>
            <a:br>
              <a:rPr lang="en-US" altLang="ko-KR" sz="2500" dirty="0"/>
            </a:br>
            <a:r>
              <a:rPr lang="en-US" altLang="ko-KR" sz="2500" dirty="0"/>
              <a:t>3</a:t>
            </a:r>
            <a:r>
              <a:rPr lang="ko-KR" altLang="en-US" sz="2500" dirty="0"/>
              <a:t>장</a:t>
            </a:r>
            <a:r>
              <a:rPr lang="en-US" altLang="ko-KR" sz="2500" dirty="0"/>
              <a:t>EX</a:t>
            </a:r>
            <a:r>
              <a:rPr lang="ko-KR" altLang="en-US" sz="2500" dirty="0"/>
              <a:t>문제 </a:t>
            </a:r>
            <a:r>
              <a:rPr lang="ko-KR" altLang="en-US" sz="2500" dirty="0" err="1"/>
              <a:t>오픈챌린지</a:t>
            </a:r>
            <a:r>
              <a:rPr lang="ko-KR" altLang="en-US" sz="2500" dirty="0"/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693B4D4-7A8D-6358-62F6-DDDCD59D6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836" y="622967"/>
            <a:ext cx="7574507" cy="302058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17BA044-0023-7E4E-B86A-0767752D8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592" y="3643547"/>
            <a:ext cx="12324849" cy="332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9D47C-5784-CCFB-5E81-A162DA098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D6431C-9BAC-1AF0-6B4C-0A6215191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9951"/>
            <a:ext cx="7691651" cy="1149587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500" dirty="0"/>
              <a:t>10</a:t>
            </a:r>
            <a:r>
              <a:rPr lang="ko-KR" altLang="en-US" sz="2500" dirty="0"/>
              <a:t>월</a:t>
            </a:r>
            <a:r>
              <a:rPr lang="en-US" altLang="ko-KR" sz="2500" dirty="0"/>
              <a:t>14</a:t>
            </a:r>
            <a:r>
              <a:rPr lang="ko-KR" altLang="en-US" sz="2500" dirty="0"/>
              <a:t>일 과제</a:t>
            </a:r>
            <a:endParaRPr lang="en-US" altLang="ko-KR" sz="2500" dirty="0"/>
          </a:p>
          <a:p>
            <a:r>
              <a:rPr lang="en-US" altLang="ko-KR" sz="2500" dirty="0"/>
              <a:t>4,5</a:t>
            </a:r>
            <a:r>
              <a:rPr lang="ko-KR" altLang="en-US" sz="2500" dirty="0"/>
              <a:t>장 </a:t>
            </a:r>
            <a:r>
              <a:rPr lang="en-US" altLang="ko-KR" sz="2500" dirty="0" err="1"/>
              <a:t>Openchallenge</a:t>
            </a:r>
            <a:r>
              <a:rPr lang="en-US" altLang="ko-KR" sz="2500" dirty="0"/>
              <a:t> </a:t>
            </a:r>
          </a:p>
          <a:p>
            <a:r>
              <a:rPr lang="ko-KR" altLang="en-US" sz="2500" dirty="0"/>
              <a:t>예제</a:t>
            </a:r>
            <a:r>
              <a:rPr lang="en-US" altLang="ko-KR" sz="2500" dirty="0"/>
              <a:t>, </a:t>
            </a:r>
            <a:r>
              <a:rPr lang="ko-KR" altLang="en-US" sz="2500" dirty="0"/>
              <a:t>실습문제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FA5190-D456-6EAE-4B30-DA4A726AA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6938" y="1876759"/>
            <a:ext cx="7206263" cy="332053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31038D9-26D9-F974-BD2D-38CBDF6DD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161" y="30707"/>
            <a:ext cx="6905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29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2C78-9533-4CC0-F030-A3920E829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F06865-889D-3041-79E5-FF5466EDB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91" y="380616"/>
            <a:ext cx="7691651" cy="1149587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sz="2500" dirty="0"/>
              <a:t>10</a:t>
            </a:r>
            <a:r>
              <a:rPr lang="ko-KR" altLang="en-US" sz="2500" dirty="0"/>
              <a:t>월</a:t>
            </a:r>
            <a:r>
              <a:rPr lang="en-US" altLang="ko-KR" sz="2500" dirty="0"/>
              <a:t>21</a:t>
            </a:r>
            <a:r>
              <a:rPr lang="ko-KR" altLang="en-US" sz="2500" dirty="0"/>
              <a:t>일 과제</a:t>
            </a:r>
            <a:endParaRPr lang="en-US" altLang="ko-KR" sz="2500" dirty="0"/>
          </a:p>
          <a:p>
            <a:r>
              <a:rPr lang="en-US" altLang="ko-KR" sz="2500" dirty="0"/>
              <a:t>10</a:t>
            </a:r>
            <a:r>
              <a:rPr lang="ko-KR" altLang="en-US" sz="2500" dirty="0"/>
              <a:t>월 </a:t>
            </a:r>
            <a:r>
              <a:rPr lang="en-US" altLang="ko-KR" sz="2500" dirty="0"/>
              <a:t>13</a:t>
            </a:r>
            <a:r>
              <a:rPr lang="ko-KR" altLang="en-US" sz="2500" dirty="0"/>
              <a:t>일에 완료했지만 </a:t>
            </a:r>
            <a:r>
              <a:rPr lang="ko-KR" altLang="en-US" sz="2500" dirty="0" err="1"/>
              <a:t>깃허브에</a:t>
            </a:r>
            <a:r>
              <a:rPr lang="ko-KR" altLang="en-US" sz="2500" dirty="0"/>
              <a:t> 제출을 까먹었기에 감점</a:t>
            </a:r>
            <a:endParaRPr lang="en-US" altLang="ko-KR" sz="2500" dirty="0"/>
          </a:p>
          <a:p>
            <a:r>
              <a:rPr lang="en-US" altLang="ko-KR" sz="2500" dirty="0"/>
              <a:t>(</a:t>
            </a:r>
            <a:r>
              <a:rPr lang="ko-KR" altLang="en-US" sz="2500" dirty="0"/>
              <a:t>감점</a:t>
            </a:r>
            <a:r>
              <a:rPr lang="en-US" altLang="ko-KR" sz="2500" dirty="0"/>
              <a:t>-2</a:t>
            </a:r>
            <a:r>
              <a:rPr lang="ko-KR" altLang="en-US" sz="2500" dirty="0"/>
              <a:t>점</a:t>
            </a:r>
            <a:r>
              <a:rPr lang="en-US" altLang="ko-KR" sz="2500" dirty="0"/>
              <a:t>)</a:t>
            </a:r>
            <a:endParaRPr lang="ko-KR" altLang="en-US" sz="25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B293A6-D6BC-2470-98C8-35B3F364B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8051"/>
            <a:ext cx="5380522" cy="2175309"/>
          </a:xfrm>
          <a:prstGeom prst="rect">
            <a:avLst/>
          </a:prstGeom>
        </p:spPr>
      </p:pic>
      <p:pic>
        <p:nvPicPr>
          <p:cNvPr id="6" name="그림 5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CECD1FA4-3390-67F2-214F-AC893D7C6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23360"/>
            <a:ext cx="5553651" cy="2849400"/>
          </a:xfrm>
          <a:prstGeom prst="rect">
            <a:avLst/>
          </a:prstGeom>
        </p:spPr>
      </p:pic>
      <p:pic>
        <p:nvPicPr>
          <p:cNvPr id="8" name="그림 7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9E35C12F-00B4-D0D4-1FEE-0F9282361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651" y="4167738"/>
            <a:ext cx="6232312" cy="269026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83835CF-933F-0016-C3C6-5D48DB238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1940" y="1032310"/>
            <a:ext cx="5448144" cy="331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55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65C6B-9A9A-FAAF-055A-698715B1F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8FD001-72D2-A25E-D661-79006DB4C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91" y="380616"/>
            <a:ext cx="7691651" cy="1149587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10</a:t>
            </a:r>
            <a:r>
              <a:rPr lang="ko-KR" altLang="en-US" sz="2500" dirty="0"/>
              <a:t>월</a:t>
            </a:r>
            <a:r>
              <a:rPr lang="en-US" altLang="ko-KR" sz="2500" dirty="0"/>
              <a:t>28</a:t>
            </a:r>
            <a:r>
              <a:rPr lang="ko-KR" altLang="en-US" sz="2500" dirty="0"/>
              <a:t>일</a:t>
            </a:r>
            <a:endParaRPr lang="en-US" altLang="ko-KR" sz="2500" dirty="0"/>
          </a:p>
          <a:p>
            <a:r>
              <a:rPr lang="en-US" altLang="ko-KR" sz="2500" dirty="0"/>
              <a:t>6</a:t>
            </a:r>
            <a:r>
              <a:rPr lang="ko-KR" altLang="en-US" sz="2500" dirty="0"/>
              <a:t>장 과제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6E1413-4D05-7CA0-DEB9-EBB81BAE0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1207"/>
            <a:ext cx="12192000" cy="23130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792138D-886E-BEEF-A6DB-79E0F39E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44227"/>
            <a:ext cx="12091737" cy="31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9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19C7E-6C7D-1254-BDDB-4A4FD3022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63E91A-342F-7D2B-BD2A-D82717FE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91" y="380616"/>
            <a:ext cx="7691651" cy="1149587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10</a:t>
            </a:r>
            <a:r>
              <a:rPr lang="ko-KR" altLang="en-US" sz="2500" dirty="0"/>
              <a:t>월</a:t>
            </a:r>
            <a:r>
              <a:rPr lang="en-US" altLang="ko-KR" sz="2500" dirty="0"/>
              <a:t>28</a:t>
            </a:r>
            <a:r>
              <a:rPr lang="ko-KR" altLang="en-US" sz="2500" dirty="0"/>
              <a:t>일</a:t>
            </a:r>
            <a:endParaRPr lang="en-US" altLang="ko-KR" sz="2500" dirty="0"/>
          </a:p>
          <a:p>
            <a:r>
              <a:rPr lang="en-US" altLang="ko-KR" sz="2500" dirty="0"/>
              <a:t>7</a:t>
            </a:r>
            <a:r>
              <a:rPr lang="ko-KR" altLang="en-US" sz="2500" dirty="0"/>
              <a:t>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2B30DF-DE40-CFBA-2541-E91BC9417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71" y="1389083"/>
            <a:ext cx="10802858" cy="21761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6F397AD-EA66-EC2B-BA86-74F74472C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1730182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6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C7636-EE69-BDA0-8E0C-2C3E19BD9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04CCA2-0254-3CFC-8142-A606CD9AE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91" y="380616"/>
            <a:ext cx="7691651" cy="1149587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11</a:t>
            </a:r>
            <a:r>
              <a:rPr lang="ko-KR" altLang="en-US" sz="2500" dirty="0"/>
              <a:t>월</a:t>
            </a:r>
            <a:r>
              <a:rPr lang="en-US" altLang="ko-KR" sz="2500" dirty="0"/>
              <a:t>4</a:t>
            </a:r>
            <a:r>
              <a:rPr lang="ko-KR" altLang="en-US" sz="2500" dirty="0"/>
              <a:t>일</a:t>
            </a:r>
            <a:endParaRPr lang="en-US" altLang="ko-KR" sz="2500" dirty="0"/>
          </a:p>
          <a:p>
            <a:r>
              <a:rPr lang="en-US" altLang="ko-KR" sz="2500" dirty="0"/>
              <a:t>8</a:t>
            </a:r>
            <a:r>
              <a:rPr lang="ko-KR" altLang="en-US" sz="2500" dirty="0"/>
              <a:t>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F7C682-7F2D-15A2-D4B4-A156DD672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74" y="2313941"/>
            <a:ext cx="5615771" cy="454405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B31209B-7E0E-00DE-3ED0-8BB246433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130" y="94306"/>
            <a:ext cx="5553850" cy="67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76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DCE28-06C1-316A-4C09-2A1F25B7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B38E2C-4A5A-B872-B910-0CD86CF19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91" y="380616"/>
            <a:ext cx="7691651" cy="1149587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11</a:t>
            </a:r>
            <a:r>
              <a:rPr lang="ko-KR" altLang="en-US" sz="2500" dirty="0"/>
              <a:t>월 </a:t>
            </a:r>
            <a:r>
              <a:rPr lang="en-US" altLang="ko-KR" sz="2500" dirty="0"/>
              <a:t>4</a:t>
            </a:r>
            <a:r>
              <a:rPr lang="ko-KR" altLang="en-US" sz="2500" dirty="0"/>
              <a:t>일</a:t>
            </a:r>
            <a:endParaRPr lang="en-US" altLang="ko-KR" sz="2500" dirty="0"/>
          </a:p>
          <a:p>
            <a:r>
              <a:rPr lang="en-US" altLang="ko-KR" sz="2500" dirty="0"/>
              <a:t>9</a:t>
            </a:r>
            <a:r>
              <a:rPr lang="ko-KR" altLang="en-US" sz="2500" dirty="0"/>
              <a:t>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10B861-D9DC-E8FB-AE37-544838545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3" y="2760494"/>
            <a:ext cx="5527963" cy="44773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1F3C787-8D5C-4853-13C6-B94CA4586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032" y="92363"/>
            <a:ext cx="52802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22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57D5-869D-AE93-398F-BB19BE8A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4EBE3E-74A6-73CA-6B2F-366F5A52F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91" y="380616"/>
            <a:ext cx="7691651" cy="1149587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11</a:t>
            </a:r>
            <a:r>
              <a:rPr lang="ko-KR" altLang="en-US" sz="2500" dirty="0"/>
              <a:t>월 </a:t>
            </a:r>
            <a:r>
              <a:rPr lang="en-US" altLang="ko-KR" sz="2500" dirty="0"/>
              <a:t>4</a:t>
            </a:r>
            <a:r>
              <a:rPr lang="ko-KR" altLang="en-US" sz="2500" dirty="0"/>
              <a:t>일</a:t>
            </a:r>
            <a:endParaRPr lang="en-US" altLang="ko-KR" sz="2500" dirty="0"/>
          </a:p>
          <a:p>
            <a:r>
              <a:rPr lang="en-US" altLang="ko-KR" sz="2500" dirty="0"/>
              <a:t>Nodejs</a:t>
            </a:r>
            <a:r>
              <a:rPr lang="ko-KR" altLang="en-US" sz="2500" dirty="0"/>
              <a:t>를 주제로 </a:t>
            </a:r>
            <a:r>
              <a:rPr lang="en-US" altLang="ko-KR" sz="2500" dirty="0"/>
              <a:t>ppt10</a:t>
            </a:r>
            <a:r>
              <a:rPr lang="ko-KR" altLang="en-US" sz="2500" dirty="0"/>
              <a:t>개 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F87843-871A-FE2D-BF77-AF4F294CA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35" y="2050473"/>
            <a:ext cx="6457811" cy="441037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4E8BB7-2616-3A12-6D9E-6F6C9364D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546" y="617325"/>
            <a:ext cx="4772691" cy="586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57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9588C-B3D4-4CCE-D6D4-8138B21C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C8FC0F-7806-E5DF-140B-B30B61EC7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91" y="380616"/>
            <a:ext cx="7691651" cy="1149587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11</a:t>
            </a:r>
            <a:r>
              <a:rPr lang="ko-KR" altLang="en-US" sz="2500" dirty="0"/>
              <a:t>월</a:t>
            </a:r>
            <a:r>
              <a:rPr lang="en-US" altLang="ko-KR" sz="2500" dirty="0"/>
              <a:t>11</a:t>
            </a:r>
            <a:r>
              <a:rPr lang="ko-KR" altLang="en-US" sz="2500" dirty="0"/>
              <a:t>일</a:t>
            </a:r>
            <a:endParaRPr lang="en-US" altLang="ko-KR" sz="2500" dirty="0"/>
          </a:p>
          <a:p>
            <a:r>
              <a:rPr lang="en-US" altLang="ko-KR" sz="2500" dirty="0" err="1"/>
              <a:t>Css</a:t>
            </a:r>
            <a:r>
              <a:rPr lang="en-US" altLang="ko-KR" sz="2500" dirty="0"/>
              <a:t> framework</a:t>
            </a:r>
            <a:r>
              <a:rPr lang="ko-KR" altLang="en-US" sz="2500" dirty="0"/>
              <a:t>로 </a:t>
            </a:r>
            <a:r>
              <a:rPr lang="ko-KR" altLang="en-US" sz="2500" dirty="0" err="1"/>
              <a:t>자기소개페이지만들기</a:t>
            </a:r>
            <a:endParaRPr lang="ko-KR" altLang="en-US" sz="25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1B45D9-A609-9016-7262-55131F1F7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95" y="1357162"/>
            <a:ext cx="11508606" cy="30493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C8BF1D-9714-3126-957C-A2F81129C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7" y="3796427"/>
            <a:ext cx="12105373" cy="296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48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3214-6228-01CB-86DA-B508E0127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E7A4FE-E3ED-16B5-A256-53090236B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91" y="380616"/>
            <a:ext cx="7691651" cy="1149587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11</a:t>
            </a:r>
            <a:r>
              <a:rPr lang="ko-KR" altLang="en-US" sz="2500" dirty="0"/>
              <a:t>월</a:t>
            </a:r>
            <a:r>
              <a:rPr lang="en-US" altLang="ko-KR" sz="2500" dirty="0"/>
              <a:t>18</a:t>
            </a:r>
            <a:r>
              <a:rPr lang="ko-KR" altLang="en-US" sz="2500" dirty="0"/>
              <a:t>일</a:t>
            </a:r>
            <a:endParaRPr lang="en-US" altLang="ko-KR" sz="2500" dirty="0"/>
          </a:p>
          <a:p>
            <a:r>
              <a:rPr lang="en-US" altLang="ko-KR" sz="2500" dirty="0"/>
              <a:t>10</a:t>
            </a:r>
            <a:r>
              <a:rPr lang="ko-KR" altLang="en-US" sz="2500" dirty="0"/>
              <a:t>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F66C50-C6CE-4963-9F75-28DC9342A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45" y="1952378"/>
            <a:ext cx="5318137" cy="45250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FFB9E2E-7833-8763-F1E7-CD57EDE4D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41" y="18095"/>
            <a:ext cx="5792008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0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79BC2-B3D5-7793-92F2-A49712852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36D185-2616-D8DC-239E-121A390BE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91" y="380616"/>
            <a:ext cx="7691651" cy="1149587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11</a:t>
            </a:r>
            <a:r>
              <a:rPr lang="ko-KR" altLang="en-US" sz="2500" dirty="0"/>
              <a:t>월</a:t>
            </a:r>
            <a:r>
              <a:rPr lang="en-US" altLang="ko-KR" sz="2500" dirty="0"/>
              <a:t>18</a:t>
            </a:r>
            <a:r>
              <a:rPr lang="ko-KR" altLang="en-US" sz="2500" dirty="0"/>
              <a:t>일</a:t>
            </a:r>
            <a:endParaRPr lang="en-US" altLang="ko-KR" sz="2500" dirty="0"/>
          </a:p>
          <a:p>
            <a:r>
              <a:rPr lang="en-US" altLang="ko-KR" sz="2500" dirty="0"/>
              <a:t>11</a:t>
            </a:r>
            <a:r>
              <a:rPr lang="ko-KR" altLang="en-US" sz="2500" dirty="0"/>
              <a:t>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5AD05C-91BB-61E7-C8F3-2A92835F7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91" y="2496989"/>
            <a:ext cx="6466454" cy="419158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351E176-1A5F-E25D-2981-17888CA4A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327" y="144026"/>
            <a:ext cx="54412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86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D7677F-3B4E-A214-17FC-F30B5AD84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145" y="430934"/>
            <a:ext cx="5516418" cy="1019175"/>
          </a:xfrm>
        </p:spPr>
        <p:txBody>
          <a:bodyPr/>
          <a:lstStyle/>
          <a:p>
            <a:r>
              <a:rPr lang="en-US" altLang="ko-KR" dirty="0"/>
              <a:t>11</a:t>
            </a:r>
            <a:r>
              <a:rPr lang="ko-KR" altLang="en-US" dirty="0"/>
              <a:t>월 </a:t>
            </a:r>
            <a:r>
              <a:rPr lang="en-US" altLang="ko-KR" dirty="0"/>
              <a:t>19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en-US" altLang="ko-KR" dirty="0" err="1"/>
              <a:t>Jquery</a:t>
            </a:r>
            <a:r>
              <a:rPr lang="en-US" altLang="ko-KR" dirty="0"/>
              <a:t> </a:t>
            </a:r>
            <a:r>
              <a:rPr lang="ko-KR" altLang="en-US" dirty="0"/>
              <a:t>파일 모음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CBD9B6-03A0-EB02-045C-FD946DBB0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-157018"/>
            <a:ext cx="6187669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4E91BA3-BA99-68B8-AB52-DF9C7040C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" y="3429000"/>
            <a:ext cx="4763165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885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0E9A7-E235-8F91-8697-C160D5E7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BF8103-0FB6-02BA-09EC-1603D154B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91" y="380616"/>
            <a:ext cx="7691651" cy="1149587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11</a:t>
            </a:r>
            <a:r>
              <a:rPr lang="ko-KR" altLang="en-US" sz="2500" dirty="0"/>
              <a:t>월</a:t>
            </a:r>
            <a:r>
              <a:rPr lang="en-US" altLang="ko-KR" sz="2500" dirty="0"/>
              <a:t>25</a:t>
            </a:r>
            <a:r>
              <a:rPr lang="ko-KR" altLang="en-US" sz="2500" dirty="0"/>
              <a:t>일</a:t>
            </a:r>
            <a:endParaRPr lang="en-US" altLang="ko-KR" sz="2500" dirty="0"/>
          </a:p>
          <a:p>
            <a:r>
              <a:rPr lang="en-US" altLang="ko-KR" sz="2500" dirty="0"/>
              <a:t>12</a:t>
            </a:r>
            <a:r>
              <a:rPr lang="ko-KR" altLang="en-US" sz="2500" dirty="0"/>
              <a:t>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9B86AB-16D4-F5A6-04F9-AA2564821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07" y="2572495"/>
            <a:ext cx="6446454" cy="37819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69E7682-0F9E-7B9B-ABE5-5D1C22E3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142" y="0"/>
            <a:ext cx="67187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081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A7899-0668-DEF3-A3C6-60D1F8774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13B72-9FA4-1AB4-A7D0-FA3C58745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91" y="380616"/>
            <a:ext cx="7691651" cy="1149587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11</a:t>
            </a:r>
            <a:r>
              <a:rPr lang="ko-KR" altLang="en-US" sz="2500" dirty="0"/>
              <a:t>월 </a:t>
            </a:r>
            <a:r>
              <a:rPr lang="en-US" altLang="ko-KR" sz="2500" dirty="0"/>
              <a:t>25</a:t>
            </a:r>
            <a:r>
              <a:rPr lang="ko-KR" altLang="en-US" sz="2500" dirty="0"/>
              <a:t>일</a:t>
            </a:r>
            <a:endParaRPr lang="en-US" altLang="ko-KR" sz="2500" dirty="0"/>
          </a:p>
          <a:p>
            <a:r>
              <a:rPr lang="en-US" altLang="ko-KR" sz="2500" dirty="0"/>
              <a:t>13</a:t>
            </a:r>
            <a:r>
              <a:rPr lang="ko-KR" altLang="en-US" sz="2500" dirty="0"/>
              <a:t>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66F3E0-AF98-4672-944A-5B578663F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91" y="2323904"/>
            <a:ext cx="5866091" cy="41534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5639716-99D1-D7AA-2F43-090085DDB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46" y="0"/>
            <a:ext cx="5176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81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AAC9D-B8E0-353D-3D7E-E3486C23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점수</a:t>
            </a:r>
            <a:r>
              <a:rPr lang="en-US" altLang="ko-KR" dirty="0"/>
              <a:t>27</a:t>
            </a:r>
            <a:r>
              <a:rPr lang="ko-KR" altLang="en-US" dirty="0"/>
              <a:t>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9FE8B3-5F16-5CF0-CE45-3638F45AB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월</a:t>
            </a:r>
            <a:r>
              <a:rPr lang="en-US" altLang="ko-KR" dirty="0"/>
              <a:t>24</a:t>
            </a:r>
            <a:r>
              <a:rPr lang="ko-KR" altLang="en-US" dirty="0"/>
              <a:t>일 </a:t>
            </a:r>
            <a:r>
              <a:rPr lang="ko-KR" altLang="en-US" dirty="0" err="1"/>
              <a:t>예제문</a:t>
            </a:r>
            <a:r>
              <a:rPr lang="ko-KR" altLang="en-US" dirty="0"/>
              <a:t> 일주일 늦게 제출 감점 </a:t>
            </a:r>
            <a:r>
              <a:rPr lang="en-US" altLang="ko-KR" dirty="0"/>
              <a:t>1</a:t>
            </a:r>
            <a:r>
              <a:rPr lang="ko-KR" altLang="en-US" dirty="0"/>
              <a:t>점 </a:t>
            </a:r>
            <a:endParaRPr lang="en-US" altLang="ko-KR" dirty="0"/>
          </a:p>
          <a:p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11</a:t>
            </a:r>
            <a:r>
              <a:rPr lang="ko-KR" altLang="en-US" dirty="0"/>
              <a:t>일 과제로 주어진 </a:t>
            </a:r>
            <a:r>
              <a:rPr lang="en-US" altLang="ko-KR" dirty="0"/>
              <a:t>"</a:t>
            </a:r>
            <a:r>
              <a:rPr lang="ko-KR" altLang="en-US" dirty="0"/>
              <a:t>자기소개 페이지 샘플</a:t>
            </a:r>
            <a:r>
              <a:rPr lang="en-US" altLang="ko-KR" dirty="0"/>
              <a:t>_</a:t>
            </a:r>
            <a:r>
              <a:rPr lang="ko-KR" altLang="en-US" dirty="0"/>
              <a:t>박희근</a:t>
            </a:r>
            <a:r>
              <a:rPr lang="en-US" altLang="ko-KR" dirty="0"/>
              <a:t>.zip"</a:t>
            </a:r>
            <a:r>
              <a:rPr lang="ko-KR" altLang="en-US" dirty="0"/>
              <a:t>과 </a:t>
            </a:r>
            <a:r>
              <a:rPr lang="en-US" altLang="ko-KR" dirty="0"/>
              <a:t>"</a:t>
            </a:r>
            <a:r>
              <a:rPr lang="ko-KR" altLang="en-US" dirty="0"/>
              <a:t>간단한 자기소개서 </a:t>
            </a:r>
            <a:r>
              <a:rPr lang="en-US" altLang="ko-KR" dirty="0"/>
              <a:t>source.zip" </a:t>
            </a:r>
            <a:r>
              <a:rPr lang="ko-KR" altLang="en-US" dirty="0"/>
              <a:t>두 개의 파일을 자신의 콘텐츠로 변경하는 작업을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13</a:t>
            </a:r>
            <a:r>
              <a:rPr lang="ko-KR" altLang="en-US" dirty="0"/>
              <a:t>일에 완료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그러나 과제 제출일인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14</a:t>
            </a:r>
            <a:r>
              <a:rPr lang="ko-KR" altLang="en-US" dirty="0"/>
              <a:t>일 전에 </a:t>
            </a:r>
            <a:r>
              <a:rPr lang="ko-KR" altLang="en-US" dirty="0" err="1"/>
              <a:t>깃허브에</a:t>
            </a:r>
            <a:r>
              <a:rPr lang="ko-KR" altLang="en-US" dirty="0"/>
              <a:t> 업로드하는 것을 잊어버려서 감점 </a:t>
            </a:r>
            <a:r>
              <a:rPr lang="en-US" altLang="ko-KR" dirty="0"/>
              <a:t>2</a:t>
            </a:r>
          </a:p>
          <a:p>
            <a:r>
              <a:rPr lang="ko-KR" altLang="en-US" dirty="0" err="1"/>
              <a:t>그외</a:t>
            </a:r>
            <a:r>
              <a:rPr lang="ko-KR" altLang="en-US" dirty="0"/>
              <a:t> 항목들은 모두 기한내</a:t>
            </a:r>
            <a:r>
              <a:rPr lang="en-US" altLang="ko-KR" dirty="0"/>
              <a:t>, </a:t>
            </a:r>
            <a:r>
              <a:rPr lang="ko-KR" altLang="en-US" dirty="0"/>
              <a:t>그리고 조건에 맞게 제출하였음</a:t>
            </a:r>
          </a:p>
        </p:txBody>
      </p:sp>
    </p:spTree>
    <p:extLst>
      <p:ext uri="{BB962C8B-B14F-4D97-AF65-F5344CB8AC3E}">
        <p14:creationId xmlns:p14="http://schemas.microsoft.com/office/powerpoint/2010/main" val="2878035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E8D567F3D95A44E822C421F5E6B67C7" ma:contentTypeVersion="4" ma:contentTypeDescription="새 문서를 만듭니다." ma:contentTypeScope="" ma:versionID="7fd50bc178f24ab8ce6b79664997f328">
  <xsd:schema xmlns:xsd="http://www.w3.org/2001/XMLSchema" xmlns:xs="http://www.w3.org/2001/XMLSchema" xmlns:p="http://schemas.microsoft.com/office/2006/metadata/properties" xmlns:ns3="622cb81a-446c-4bbc-9f89-536955112fc9" targetNamespace="http://schemas.microsoft.com/office/2006/metadata/properties" ma:root="true" ma:fieldsID="878cf7baad3f8b76382fb929c4a9297c" ns3:_="">
    <xsd:import namespace="622cb81a-446c-4bbc-9f89-536955112f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2cb81a-446c-4bbc-9f89-536955112f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80DE56-A0E2-4D44-80CE-E4A08AF6F3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D4EC0B-A679-4EC8-A0FE-6A7FA06D63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2cb81a-446c-4bbc-9f89-536955112f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E28C28-C2F9-44EF-AC23-89AB6A1D55CB}">
  <ds:schemaRefs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http://purl.org/dc/elements/1.1/"/>
    <ds:schemaRef ds:uri="622cb81a-446c-4bbc-9f89-536955112fc9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240</Words>
  <Application>Microsoft Office PowerPoint</Application>
  <PresentationFormat>와이드스크린</PresentationFormat>
  <Paragraphs>42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웹프로그래밍 (깃허브정리)</vt:lpstr>
      <vt:lpstr>전체 코드</vt:lpstr>
      <vt:lpstr>PowerPoint 프레젠테이션</vt:lpstr>
      <vt:lpstr>9월 24일 예제 문 (2장 예제문)  (1주일 늦음 -1점)</vt:lpstr>
      <vt:lpstr>10월7일 과제 3장EX문제 오픈챌린지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점수27점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GeunSeok Lee</dc:creator>
  <cp:lastModifiedBy>GeunSeok Lee</cp:lastModifiedBy>
  <cp:revision>3</cp:revision>
  <dcterms:created xsi:type="dcterms:W3CDTF">2024-12-09T04:08:12Z</dcterms:created>
  <dcterms:modified xsi:type="dcterms:W3CDTF">2024-12-09T13:04:55Z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0x010100EE8D567F3D95A44E822C421F5E6B67C7</vt:lpwstr>
  </property>
</Properties>
</file>